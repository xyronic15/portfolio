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0"/>
    <p:sldId id="257" r:id="rId11"/>
    <p:sldId id="258" r:id="rId12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623582" y="1462163"/>
            <a:ext cx="1885073" cy="1885073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959274" y="2487858"/>
            <a:ext cx="5475435" cy="85937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422151" y="6124430"/>
            <a:ext cx="2287935" cy="3148884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3820753" y="5611065"/>
            <a:ext cx="3662250" cy="366225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rcRect l="0" t="0" r="0" b="0"/>
          <a:stretch>
            <a:fillRect/>
          </a:stretch>
        </p:blipFill>
        <p:spPr>
          <a:xfrm flipH="false" flipV="false" rot="0">
            <a:off x="14864350" y="1028700"/>
            <a:ext cx="3001498" cy="3580963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9405051" y="1028700"/>
            <a:ext cx="3439496" cy="343949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9707145" y="6438005"/>
            <a:ext cx="2835309" cy="2835309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4767461" y="6361253"/>
            <a:ext cx="3036190" cy="3036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529218"/>
            <a:ext cx="7729082" cy="77290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374630" y="1527236"/>
            <a:ext cx="10358840" cy="6811292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8013440" y="527444"/>
            <a:ext cx="8158105" cy="8158105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rcRect l="0" t="0" r="73059" b="0"/>
          <a:stretch>
            <a:fillRect/>
          </a:stretch>
        </p:blipFill>
        <p:spPr>
          <a:xfrm flipH="false" flipV="false" rot="0">
            <a:off x="5305844" y="1840946"/>
            <a:ext cx="7993181" cy="74173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DAEFGLD9aMM</dc:identifier>
  <dcterms:modified xsi:type="dcterms:W3CDTF">2011-08-01T06:04:30Z</dcterms:modified>
  <cp:revision>1</cp:revision>
  <dc:title>Icons holder</dc:title>
</cp:coreProperties>
</file>